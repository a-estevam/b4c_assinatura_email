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  <p:sldId id="256" r:id="rId4"/>
    <p:sldId id="261" r:id="rId5"/>
    <p:sldId id="259" r:id="rId6"/>
    <p:sldId id="260" r:id="rId7"/>
  </p:sldIdLst>
  <p:sldSz cx="4319588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1" userDrawn="1">
          <p15:clr>
            <a:srgbClr val="A4A3A4"/>
          </p15:clr>
        </p15:guide>
        <p15:guide id="2" pos="13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176" d="100"/>
          <a:sy n="176" d="100"/>
        </p:scale>
        <p:origin x="2628" y="150"/>
      </p:cViewPr>
      <p:guideLst>
        <p:guide orient="horz" pos="1361"/>
        <p:guide pos="13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969" y="706933"/>
            <a:ext cx="3671650" cy="1503857"/>
          </a:xfrm>
        </p:spPr>
        <p:txBody>
          <a:bodyPr anchor="b"/>
          <a:lstStyle>
            <a:lvl1pPr algn="ctr">
              <a:defRPr sz="283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49" y="2268784"/>
            <a:ext cx="3239691" cy="1042900"/>
          </a:xfrm>
        </p:spPr>
        <p:txBody>
          <a:bodyPr/>
          <a:lstStyle>
            <a:lvl1pPr marL="0" indent="0" algn="ctr">
              <a:buNone/>
              <a:defRPr sz="1134"/>
            </a:lvl1pPr>
            <a:lvl2pPr marL="215981" indent="0" algn="ctr">
              <a:buNone/>
              <a:defRPr sz="945"/>
            </a:lvl2pPr>
            <a:lvl3pPr marL="431963" indent="0" algn="ctr">
              <a:buNone/>
              <a:defRPr sz="850"/>
            </a:lvl3pPr>
            <a:lvl4pPr marL="647944" indent="0" algn="ctr">
              <a:buNone/>
              <a:defRPr sz="756"/>
            </a:lvl4pPr>
            <a:lvl5pPr marL="863925" indent="0" algn="ctr">
              <a:buNone/>
              <a:defRPr sz="756"/>
            </a:lvl5pPr>
            <a:lvl6pPr marL="1079906" indent="0" algn="ctr">
              <a:buNone/>
              <a:defRPr sz="756"/>
            </a:lvl6pPr>
            <a:lvl7pPr marL="1295888" indent="0" algn="ctr">
              <a:buNone/>
              <a:defRPr sz="756"/>
            </a:lvl7pPr>
            <a:lvl8pPr marL="1511869" indent="0" algn="ctr">
              <a:buNone/>
              <a:defRPr sz="756"/>
            </a:lvl8pPr>
            <a:lvl9pPr marL="1727850" indent="0" algn="ctr">
              <a:buNone/>
              <a:defRPr sz="75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03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776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22" y="1076899"/>
            <a:ext cx="3725645" cy="1796828"/>
          </a:xfrm>
        </p:spPr>
        <p:txBody>
          <a:bodyPr anchor="b"/>
          <a:lstStyle>
            <a:lvl1pPr>
              <a:defRPr sz="283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22" y="2890725"/>
            <a:ext cx="3725645" cy="944910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/>
                </a:solidFill>
              </a:defRPr>
            </a:lvl1pPr>
            <a:lvl2pPr marL="2159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1963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3pPr>
            <a:lvl4pPr marL="647944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392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7990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588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186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785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6972" y="1149890"/>
            <a:ext cx="1835825" cy="27407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6791" y="1149890"/>
            <a:ext cx="1835825" cy="27407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73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229979"/>
            <a:ext cx="3725645" cy="8349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35" y="1058899"/>
            <a:ext cx="1827388" cy="51895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35" y="1577849"/>
            <a:ext cx="1827388" cy="23207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6791" y="1058899"/>
            <a:ext cx="1836388" cy="51895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6791" y="1577849"/>
            <a:ext cx="1836388" cy="23207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24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56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83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287972"/>
            <a:ext cx="1393180" cy="1007904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388" y="621942"/>
            <a:ext cx="2186791" cy="3069707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1295877"/>
            <a:ext cx="1393180" cy="2400771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1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287972"/>
            <a:ext cx="1393180" cy="1007904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388" y="621942"/>
            <a:ext cx="2186791" cy="3069707"/>
          </a:xfrm>
        </p:spPr>
        <p:txBody>
          <a:bodyPr anchor="t"/>
          <a:lstStyle>
            <a:lvl1pPr marL="0" indent="0">
              <a:buNone/>
              <a:defRPr sz="1512"/>
            </a:lvl1pPr>
            <a:lvl2pPr marL="215981" indent="0">
              <a:buNone/>
              <a:defRPr sz="1323"/>
            </a:lvl2pPr>
            <a:lvl3pPr marL="431963" indent="0">
              <a:buNone/>
              <a:defRPr sz="1134"/>
            </a:lvl3pPr>
            <a:lvl4pPr marL="647944" indent="0">
              <a:buNone/>
              <a:defRPr sz="945"/>
            </a:lvl4pPr>
            <a:lvl5pPr marL="863925" indent="0">
              <a:buNone/>
              <a:defRPr sz="945"/>
            </a:lvl5pPr>
            <a:lvl6pPr marL="1079906" indent="0">
              <a:buNone/>
              <a:defRPr sz="945"/>
            </a:lvl6pPr>
            <a:lvl7pPr marL="1295888" indent="0">
              <a:buNone/>
              <a:defRPr sz="945"/>
            </a:lvl7pPr>
            <a:lvl8pPr marL="1511869" indent="0">
              <a:buNone/>
              <a:defRPr sz="945"/>
            </a:lvl8pPr>
            <a:lvl9pPr marL="1727850" indent="0">
              <a:buNone/>
              <a:defRPr sz="94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1295877"/>
            <a:ext cx="1393180" cy="2400771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35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00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205" y="229978"/>
            <a:ext cx="931411" cy="366065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6972" y="229978"/>
            <a:ext cx="2740239" cy="36606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28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6972" y="229979"/>
            <a:ext cx="372564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972" y="1149890"/>
            <a:ext cx="372564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6972" y="4003619"/>
            <a:ext cx="97190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0D33A-B601-42FF-A5F7-26AF3E8EA221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0864" y="4003619"/>
            <a:ext cx="145786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0709" y="4003619"/>
            <a:ext cx="97190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EFC44-33AD-4743-A351-63DDEFE940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85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1963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1" indent="-107991" algn="l" defTabSz="431963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5934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971916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7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3878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60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41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1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63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7944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3925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06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5888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69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5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628740-76AE-40D5-B6E7-484F41C1E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19588" cy="431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7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D496FC-1C49-48A1-A981-E156FE939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19588" cy="431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4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10ED1589-B047-4807-9828-8F59F7119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87" y="529122"/>
            <a:ext cx="2699202" cy="342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4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46F38F-836A-466F-B48E-91F5D4878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22" y="839789"/>
            <a:ext cx="2578931" cy="264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3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D203D2-8818-47C8-83BE-6DEC7E86A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19588" cy="431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1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2E59DC-20DA-45A8-BA08-E95D654C1C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6" t="10633" r="11375"/>
          <a:stretch/>
        </p:blipFill>
        <p:spPr>
          <a:xfrm>
            <a:off x="783235" y="783235"/>
            <a:ext cx="2753118" cy="27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930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0</Words>
  <Application>Microsoft Office PowerPoint</Application>
  <PresentationFormat>Personalizar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estevam antonio</dc:creator>
  <cp:lastModifiedBy>estevam antonio</cp:lastModifiedBy>
  <cp:revision>3</cp:revision>
  <dcterms:created xsi:type="dcterms:W3CDTF">2025-12-19T01:53:01Z</dcterms:created>
  <dcterms:modified xsi:type="dcterms:W3CDTF">2025-12-19T02:05:58Z</dcterms:modified>
</cp:coreProperties>
</file>